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9" r:id="rId3"/>
    <p:sldId id="260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1" autoAdjust="0"/>
    <p:restoredTop sz="94660"/>
  </p:normalViewPr>
  <p:slideViewPr>
    <p:cSldViewPr snapToGrid="0">
      <p:cViewPr varScale="1">
        <p:scale>
          <a:sx n="96" d="100"/>
          <a:sy n="96" d="100"/>
        </p:scale>
        <p:origin x="9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Chapter 11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차원 배열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2BB03536-14B5-4BA7-9B3D-2DE437CB3DA4}"/>
              </a:ext>
            </a:extLst>
          </p:cNvPr>
          <p:cNvSpPr txBox="1">
            <a:spLocks/>
          </p:cNvSpPr>
          <p:nvPr/>
        </p:nvSpPr>
        <p:spPr>
          <a:xfrm>
            <a:off x="1267327" y="3880852"/>
            <a:ext cx="9400674" cy="238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dirty="0" err="1"/>
              <a:t>DamoaTech</a:t>
            </a:r>
            <a:r>
              <a:rPr lang="en-US" altLang="ko-KR" dirty="0"/>
              <a:t>  </a:t>
            </a:r>
          </a:p>
          <a:p>
            <a:pPr algn="r"/>
            <a:r>
              <a:rPr lang="ko-KR" altLang="en-US" dirty="0"/>
              <a:t>곽태근 연구원</a:t>
            </a: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C981EEB-057E-4E30-BCB9-39F229C5D81C}"/>
              </a:ext>
            </a:extLst>
          </p:cNvPr>
          <p:cNvSpPr/>
          <p:nvPr/>
        </p:nvSpPr>
        <p:spPr>
          <a:xfrm>
            <a:off x="1538946" y="4230446"/>
            <a:ext cx="3987210" cy="2279915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배열의 이해와 배열의 선언 및 초기화 방법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배열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‘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둘 이상의 변수를 모아 놓은 것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’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또는 다수의 데이터를 저장하고 처리하는 경우에 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유용하게 사용할 수 있는 것이라고 정의한다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차원 배열 선언에 필요한 것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: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배열이름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자료형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길이 정보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Ex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:) int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oneDimArr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[4]   =   int(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자료형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), 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oneDimArr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배열이름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), [4](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길이 정보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배열의 길이정보를 변수로 선언하여 사용할 수 있다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배열의 길이정보는 상수로 지정해야만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사용이 가능하다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.)</a:t>
            </a: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Ex:)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D22112-BA2F-4E74-BFA3-A3F4703ED7F0}"/>
              </a:ext>
            </a:extLst>
          </p:cNvPr>
          <p:cNvSpPr txBox="1"/>
          <p:nvPr/>
        </p:nvSpPr>
        <p:spPr>
          <a:xfrm>
            <a:off x="1706408" y="4489945"/>
            <a:ext cx="3652285" cy="1754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Int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main(void)</a:t>
            </a:r>
          </a:p>
          <a:p>
            <a:pPr marL="0" indent="0">
              <a:buNone/>
            </a:pP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{</a:t>
            </a:r>
          </a:p>
          <a:p>
            <a:pPr marL="0" indent="0">
              <a:buNone/>
            </a:pP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   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int 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len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= 20;</a:t>
            </a: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    int 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arr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[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len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];</a:t>
            </a:r>
          </a:p>
          <a:p>
            <a:pPr marL="0" indent="0">
              <a:buNone/>
            </a:pP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    …………………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}</a:t>
            </a:r>
            <a:endParaRPr lang="ko-KR" altLang="en-US" sz="1800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11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배열의 이해와 배열의 선언 및 초기화 방법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배열은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[]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연산자 사이에 배열의 위치정보를 명시하게 되는데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이 위치에 들어가는 숫자를 가리켜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‘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인덱스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’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또는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‘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인덱스 값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’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이라 한다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.)</a:t>
            </a:r>
          </a:p>
          <a:p>
            <a:pPr marL="0" indent="0">
              <a:buNone/>
            </a:pP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배열의 위치 정보를 명시하는 인덱스 값은 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1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이 아닌 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0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에서부터 시작한다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배열의 접근방법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ArrayAccess.c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예제 및 결과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FCD944FF-3627-4F67-B772-6F832DCF9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29003"/>
            <a:ext cx="7476460" cy="284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83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배열의 이해와 배열의 선언 및 초기화 방법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배열은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선언과 동시에 초기화가 가능하다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Ex:) int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arr1[5]={1, 2, 3, 4, 5};  //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순차적으로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1, 2, 3, 4, 5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로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초기화 함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배열의 초기화를 목적으로 선언된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중괄호로 묶인 부분을 가리켜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‘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초기화 리스트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’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라 한다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‘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초기화 리스트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’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가 선언되면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배열의 길이 정보를 생략할 수 있다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Ex:) int arr1[]={1, 2, 3, 4, 5, 6, 7};  //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컴파일러에 의해서 자동으로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7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이 삽입됨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배열의 길이를 지정해주고 값을 초기화를 안해주면 값은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0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으로 채워진다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Ex:) int arr3[5] = {1, 2}; // 3, 4, 5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번째 배열요소는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0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으로 </a:t>
            </a:r>
            <a:r>
              <a:rPr lang="ko-KR" altLang="en-US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채워짐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8829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배열의 이해와 배열의 선언 및 초기화 방법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배열의 이름을 대상으로 하는 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Sizeof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연산의 결과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(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ArrayInit.c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)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예제 및 결과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77C347A-7A38-448E-A6ED-66A654456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7092"/>
            <a:ext cx="6387341" cy="4777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4ACDF3-E68C-4E49-80BD-F8BC71651AA6}"/>
              </a:ext>
            </a:extLst>
          </p:cNvPr>
          <p:cNvSpPr txBox="1"/>
          <p:nvPr/>
        </p:nvSpPr>
        <p:spPr>
          <a:xfrm>
            <a:off x="7314993" y="1697092"/>
            <a:ext cx="4038807" cy="23083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배열의 이름을 대상으로 하는</a:t>
            </a:r>
            <a:endParaRPr lang="en-US" altLang="ko-KR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 err="1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sizeof</a:t>
            </a:r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연산의 결과로는 </a:t>
            </a:r>
            <a:endParaRPr lang="en-US" altLang="ko-KR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‘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바이트 단위의 배열크기</a:t>
            </a:r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’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가 반환된다</a:t>
            </a:r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따라서 배열의 크기가 아닌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길이를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계산하고 싶다면 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14 ~ 16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행에서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보이는 바와 같이 문장을 구성해야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  <a:endParaRPr lang="ko-KR" altLang="en-US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8393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배열의 이해와 배열의 선언 및 초기화 방법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1</a:t>
            </a: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길이가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5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인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int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형 배열을 선언해서 프로그램 사용자로부터 총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5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개의 정수를 입력 받자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그리고 입력이 끝나면 다음의 내용을 출력하도록 예제를 작성해보자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입력된 정수 중에서 최댓값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입력된 정수 중에서 최솟값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입력된 정수의 총 합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Char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형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1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차원 배열을 선언과 동시에 다음 문장의 내용으로 초기화하고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초기화 이후에는 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저장된 내용을 출력하는 예제를 작성해보자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“Good time”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지금까지 공부한 내용의 범위 내에서 해결하기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69711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배열의 이해와 배열의 선언 및 초기화 방법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4FAEBF5-251B-487E-BD10-7FA58E56A29F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4964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1 </a:t>
            </a:r>
          </a:p>
        </p:txBody>
      </p:sp>
      <p:pic>
        <p:nvPicPr>
          <p:cNvPr id="13" name="내용 개체 틀 8">
            <a:extLst>
              <a:ext uri="{FF2B5EF4-FFF2-40B4-BE49-F238E27FC236}">
                <a16:creationId xmlns:a16="http://schemas.microsoft.com/office/drawing/2014/main" id="{15B00CFA-BAEE-4F40-AF01-6B628B934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5699"/>
            <a:ext cx="8303177" cy="490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437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배열의 이해와 배열의 선언 및 초기화 방법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4FAEBF5-251B-487E-BD10-7FA58E56A29F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4964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2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B5A8889-F1CC-499D-99E1-B682ED7EB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5699"/>
            <a:ext cx="7580952" cy="3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0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8676CB-FF94-4E1B-8B08-F938EB7AA5A3}"/>
              </a:ext>
            </a:extLst>
          </p:cNvPr>
          <p:cNvSpPr/>
          <p:nvPr/>
        </p:nvSpPr>
        <p:spPr>
          <a:xfrm>
            <a:off x="997224" y="2867439"/>
            <a:ext cx="7354957" cy="13169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배열을 이용한 문자열 변수의 표현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문자열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: Char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형 배열을 이용하면 문자열의 </a:t>
            </a:r>
            <a:r>
              <a:rPr lang="ko-KR" altLang="en-US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저장뿐만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아니라 문자열의 변경도 가능해진다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Char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형 배열의 문자열 저장과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‘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널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(null)’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문자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Ex:) char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str[14] = “good morning!”;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위의 그림에서 보이듯이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Char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형 배열을 선언할 경우에는 특수문자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‘\0’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이 저장될 공간까지 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고려해서 배열의 길이를 결정해야한다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D5FD00-083E-49D6-BDF6-53B97141E135}"/>
              </a:ext>
            </a:extLst>
          </p:cNvPr>
          <p:cNvSpPr/>
          <p:nvPr/>
        </p:nvSpPr>
        <p:spPr>
          <a:xfrm>
            <a:off x="1196006" y="3006587"/>
            <a:ext cx="6967331" cy="5168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B574C2A-07C2-420B-A63F-468AB0A7F274}"/>
              </a:ext>
            </a:extLst>
          </p:cNvPr>
          <p:cNvSpPr/>
          <p:nvPr/>
        </p:nvSpPr>
        <p:spPr>
          <a:xfrm>
            <a:off x="1325215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675D47D-CE36-4F8D-9AD8-A3E9765E6223}"/>
              </a:ext>
            </a:extLst>
          </p:cNvPr>
          <p:cNvSpPr/>
          <p:nvPr/>
        </p:nvSpPr>
        <p:spPr>
          <a:xfrm>
            <a:off x="1802293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F9D8477-98A1-48E1-A6BF-54F54DD0ACC1}"/>
              </a:ext>
            </a:extLst>
          </p:cNvPr>
          <p:cNvSpPr/>
          <p:nvPr/>
        </p:nvSpPr>
        <p:spPr>
          <a:xfrm>
            <a:off x="2276058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4F9AFAD-DD55-46BF-A5A2-A57F6669DC60}"/>
              </a:ext>
            </a:extLst>
          </p:cNvPr>
          <p:cNvSpPr/>
          <p:nvPr/>
        </p:nvSpPr>
        <p:spPr>
          <a:xfrm>
            <a:off x="2749823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DA2494C-3462-4EE4-95E3-461F7086041E}"/>
              </a:ext>
            </a:extLst>
          </p:cNvPr>
          <p:cNvSpPr/>
          <p:nvPr/>
        </p:nvSpPr>
        <p:spPr>
          <a:xfrm>
            <a:off x="3223588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8C49BFF-A805-46EE-A97A-4A6146D84A67}"/>
              </a:ext>
            </a:extLst>
          </p:cNvPr>
          <p:cNvSpPr/>
          <p:nvPr/>
        </p:nvSpPr>
        <p:spPr>
          <a:xfrm>
            <a:off x="3697353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449CE11-ECA4-4585-B0CC-CB379B2EAE82}"/>
              </a:ext>
            </a:extLst>
          </p:cNvPr>
          <p:cNvSpPr/>
          <p:nvPr/>
        </p:nvSpPr>
        <p:spPr>
          <a:xfrm>
            <a:off x="4171118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877B30F-5D60-49E1-8900-F78E4DF64851}"/>
              </a:ext>
            </a:extLst>
          </p:cNvPr>
          <p:cNvSpPr/>
          <p:nvPr/>
        </p:nvSpPr>
        <p:spPr>
          <a:xfrm>
            <a:off x="4644883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E180648-7B69-4E6F-B94F-1F91A3AF6AD1}"/>
              </a:ext>
            </a:extLst>
          </p:cNvPr>
          <p:cNvSpPr/>
          <p:nvPr/>
        </p:nvSpPr>
        <p:spPr>
          <a:xfrm>
            <a:off x="5118648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501EF62-4619-4371-8ACA-6BC123E84732}"/>
              </a:ext>
            </a:extLst>
          </p:cNvPr>
          <p:cNvSpPr/>
          <p:nvPr/>
        </p:nvSpPr>
        <p:spPr>
          <a:xfrm>
            <a:off x="5592413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D48B792-F20B-4B79-A536-C84F6D3C2427}"/>
              </a:ext>
            </a:extLst>
          </p:cNvPr>
          <p:cNvSpPr/>
          <p:nvPr/>
        </p:nvSpPr>
        <p:spPr>
          <a:xfrm>
            <a:off x="6066178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A5068B1-87FD-4D87-AFAB-FFDD552CA3F4}"/>
              </a:ext>
            </a:extLst>
          </p:cNvPr>
          <p:cNvSpPr/>
          <p:nvPr/>
        </p:nvSpPr>
        <p:spPr>
          <a:xfrm>
            <a:off x="6539943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E0392D7-5068-4497-9AD4-8011E095840A}"/>
              </a:ext>
            </a:extLst>
          </p:cNvPr>
          <p:cNvSpPr/>
          <p:nvPr/>
        </p:nvSpPr>
        <p:spPr>
          <a:xfrm>
            <a:off x="7013708" y="3086100"/>
            <a:ext cx="347870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!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430B41E-BC25-46BF-8F81-55D1293752AD}"/>
              </a:ext>
            </a:extLst>
          </p:cNvPr>
          <p:cNvSpPr/>
          <p:nvPr/>
        </p:nvSpPr>
        <p:spPr>
          <a:xfrm>
            <a:off x="7487472" y="3086100"/>
            <a:ext cx="526777" cy="3578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\0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8DE3BED-5C74-4708-81BC-8A331470414F}"/>
              </a:ext>
            </a:extLst>
          </p:cNvPr>
          <p:cNvCxnSpPr/>
          <p:nvPr/>
        </p:nvCxnSpPr>
        <p:spPr>
          <a:xfrm>
            <a:off x="1196006" y="3642691"/>
            <a:ext cx="69673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AF9FB10-5710-459D-A432-6925B9DAD16C}"/>
              </a:ext>
            </a:extLst>
          </p:cNvPr>
          <p:cNvSpPr/>
          <p:nvPr/>
        </p:nvSpPr>
        <p:spPr>
          <a:xfrm>
            <a:off x="3634405" y="3689905"/>
            <a:ext cx="2020955" cy="4472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배열의 길이</a:t>
            </a:r>
            <a:r>
              <a:rPr lang="en-US" altLang="ko-KR" dirty="0">
                <a:solidFill>
                  <a:schemeClr val="tx1"/>
                </a:solidFill>
              </a:rPr>
              <a:t>14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698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ArrayString.c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의 예제 및 결과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1. 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널 문자의 아스키 코드 값은 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0,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문자의 형태로 출력할 경우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아무런 출력이 발생하지 않는다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2. 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공백 문자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(\0)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의 아스키 코드 값은 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32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로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아스키 코드 값이 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0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인 널 문자는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다른 것이다</a:t>
            </a:r>
            <a:r>
              <a:rPr lang="en-US" altLang="ko-KR" sz="1800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15AB64-35EF-4ABB-B3D5-322F93A4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1049"/>
            <a:ext cx="7448550" cy="2447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22935C10-FD94-4AD9-8525-9C22CB4F9B4C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배열을 이용한 문자열 변수의 표현</a:t>
            </a:r>
          </a:p>
        </p:txBody>
      </p:sp>
    </p:spTree>
    <p:extLst>
      <p:ext uri="{BB962C8B-B14F-4D97-AF65-F5344CB8AC3E}">
        <p14:creationId xmlns:p14="http://schemas.microsoft.com/office/powerpoint/2010/main" val="62010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배열을 이용한 문자열 변수의 표현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&lt;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Scanf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함수를 이용한 문자열의 입력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&gt;</a:t>
            </a:r>
          </a:p>
          <a:p>
            <a:pPr marL="0" indent="0">
              <a:buNone/>
            </a:pP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printf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함수를 이용해서 문자열을 출력할 때 서식문자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%s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를 사용하듯이 </a:t>
            </a: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Scanf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함수를 이용해서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문자열을 입력 받을 때에도 서식문자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%s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를 사용한다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ReadString.c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의 예제 및 결과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EA6737-C055-404B-981F-194BBB692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19910"/>
            <a:ext cx="5686425" cy="3486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DAFEC9-174B-4201-8609-2E97B2E4920D}"/>
              </a:ext>
            </a:extLst>
          </p:cNvPr>
          <p:cNvSpPr txBox="1"/>
          <p:nvPr/>
        </p:nvSpPr>
        <p:spPr>
          <a:xfrm>
            <a:off x="6772940" y="3119910"/>
            <a:ext cx="4580860" cy="34163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1. </a:t>
            </a:r>
            <a:r>
              <a:rPr lang="en-US" altLang="ko-KR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Scanf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함수 </a:t>
            </a:r>
            <a:r>
              <a:rPr lang="ko-KR" altLang="en-US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호출문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구성 시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데이터를 저장할 변수의 이름 앞에는 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&amp;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연산자를 붙여야 하며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문자열을 입력 받는 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배열의 이름 앞에는</a:t>
            </a:r>
            <a:endParaRPr lang="en-US" altLang="ko-KR" dirty="0">
              <a:solidFill>
                <a:srgbClr val="FF0000"/>
              </a:solidFill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&amp; 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연산자를 붙이지 않는다</a:t>
            </a:r>
            <a:r>
              <a:rPr lang="en-US" altLang="ko-KR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2. </a:t>
            </a:r>
            <a:r>
              <a:rPr lang="en-US" altLang="ko-KR" dirty="0" err="1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Scanf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함수호출을 통해서 입력 받은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문자열의 끝에도 </a:t>
            </a:r>
            <a:r>
              <a:rPr lang="ko-KR" altLang="en-US" dirty="0">
                <a:solidFill>
                  <a:srgbClr val="FF0000"/>
                </a:solidFill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널 문자가 삽입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되어 있다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3.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배열에 널 문자가 존재하면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문자열이고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널 문자가 없으면 문자열이 아니다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  <a:p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(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널 문자는 마지막에 있어야한다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443189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배열을 이용한 문자열 변수의 표현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&lt;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문자열 끝에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‘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널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(null)’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문자가 필요한 이유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&gt;</a:t>
            </a: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메모리상에서 문자열은 이진 데이터로 저장되기 때문에 문자열의 시작과 끝이 표시되어 있지 않다면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문자열을 구분하는 것은 불가능하다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그래서 널 문자를 이용해서 문자열의 끝을 표시하는 것이다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800" dirty="0" err="1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StratEndString.c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의 예제 및 결과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79D6C8-B23E-47BA-8961-E6511AC70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5785022" cy="3038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94D1B0-703F-4D5F-979C-7E07E710B848}"/>
              </a:ext>
            </a:extLst>
          </p:cNvPr>
          <p:cNvSpPr txBox="1"/>
          <p:nvPr/>
        </p:nvSpPr>
        <p:spPr>
          <a:xfrm>
            <a:off x="6847799" y="3429000"/>
            <a:ext cx="4580860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문자열 끝이 변경되었을 때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, </a:t>
            </a:r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변경된 끝을</a:t>
            </a:r>
            <a:endParaRPr lang="en-US" altLang="ko-KR" dirty="0">
              <a:latin typeface="넥슨Lv2고딕 Medium" panose="00000600000000000000" pitchFamily="2" charset="-127"/>
              <a:ea typeface="넥슨Lv2고딕 Medium" panose="00000600000000000000" pitchFamily="2" charset="-127"/>
            </a:endParaRPr>
          </a:p>
          <a:p>
            <a:r>
              <a:rPr lang="ko-KR" altLang="en-US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기준으로 문자열이 출력된다</a:t>
            </a:r>
            <a:r>
              <a:rPr lang="en-US" altLang="ko-KR" dirty="0">
                <a:latin typeface="넥슨Lv2고딕 Medium" panose="00000600000000000000" pitchFamily="2" charset="-127"/>
                <a:ea typeface="넥슨Lv2고딕 Medium" panose="000006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403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배열을 이용한 문자열 변수의 표현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940AD25-0969-4D9E-92A3-DE064FAC7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12"/>
            <a:ext cx="10515600" cy="4964851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11-2</a:t>
            </a: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1</a:t>
            </a: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프로그램 사용자로부터 하나의 영단어를 입력 받아서 입력 받은 영단어의 길이를 계산하여 출력하는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프로그램을 작성해보자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예를 들어서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“Array”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라는 단어가 입력되면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5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가 출력되어야 한다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프로그램 사용자로부터 영단어를 입력 받아서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char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형 배열에 저장한다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그 다음 배열에 저장된 영단어를 역순으로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뒤집는다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몰론 이 때에 널 문자의 위치를 변경해서는 안 된다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뒤집고 나서는 제대로 뒤집혀졌는지 확인하기 위해서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출력해보자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3</a:t>
            </a: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프로그램 사용자로부터 영단어를 입력 받는다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그리고 나서 입력 받은 영단어를 구성하는 문자 중에서 아스키 코드의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값이 가장 큰 문자를 찾아서 출력하는 프로그램을 작성해보자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 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예를 들어서 입력된 영단어가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“LOVE”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라면 이 중에서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아스키 코드 값이 가장 큰 문자는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V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이므로 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V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가 출력되어야 한다</a:t>
            </a:r>
            <a:r>
              <a:rPr lang="en-US" altLang="ko-KR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.</a:t>
            </a:r>
            <a:r>
              <a:rPr lang="ko-KR" altLang="en-US" sz="18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 </a:t>
            </a:r>
            <a:endParaRPr lang="en-US" altLang="ko-KR" sz="1800" dirty="0">
              <a:latin typeface="넥슨Lv2고딕 Medium" panose="00000600000000000000" pitchFamily="2" charset="-127"/>
              <a:ea typeface="넥슨Lv2고딕 Medium" panose="00000600000000000000" pitchFamily="2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58644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배열을 이용한 문자열 변수의 표현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1B8DE3E-2F78-477F-AA8F-B6A16A63B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0496"/>
            <a:ext cx="7915832" cy="3627607"/>
          </a:xfrm>
          <a:ln>
            <a:noFill/>
          </a:ln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C6B92D0-F0D4-4EB6-81EE-F381E0FB0E92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4964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1 </a:t>
            </a:r>
          </a:p>
        </p:txBody>
      </p:sp>
    </p:spTree>
    <p:extLst>
      <p:ext uri="{BB962C8B-B14F-4D97-AF65-F5344CB8AC3E}">
        <p14:creationId xmlns:p14="http://schemas.microsoft.com/office/powerpoint/2010/main" val="997735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배열을 이용한 문자열 변수의 표현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C6B92D0-F0D4-4EB6-81EE-F381E0FB0E92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4964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2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37AA4C-64EC-4AFB-AE6A-34248B253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0377"/>
            <a:ext cx="7629939" cy="483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38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8ED3583-76BA-4BA9-A599-18F3D2BEC637}"/>
              </a:ext>
            </a:extLst>
          </p:cNvPr>
          <p:cNvSpPr txBox="1">
            <a:spLocks/>
          </p:cNvSpPr>
          <p:nvPr/>
        </p:nvSpPr>
        <p:spPr>
          <a:xfrm>
            <a:off x="838200" y="251940"/>
            <a:ext cx="10515600" cy="8581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배열을 이용한 문자열 변수의 표현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C6B92D0-F0D4-4EB6-81EE-F381E0FB0E92}"/>
              </a:ext>
            </a:extLst>
          </p:cNvPr>
          <p:cNvSpPr txBox="1">
            <a:spLocks/>
          </p:cNvSpPr>
          <p:nvPr/>
        </p:nvSpPr>
        <p:spPr>
          <a:xfrm>
            <a:off x="838200" y="1212112"/>
            <a:ext cx="10515600" cy="4964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문제 </a:t>
            </a:r>
            <a:r>
              <a:rPr lang="en-US" altLang="ko-KR" sz="2000" dirty="0">
                <a:latin typeface="넥슨Lv2고딕 Medium" panose="00000600000000000000" pitchFamily="2" charset="-127"/>
                <a:ea typeface="넥슨Lv2고딕 Medium" panose="00000600000000000000" pitchFamily="2" charset="-127"/>
                <a:sym typeface="Wingdings" panose="05000000000000000000" pitchFamily="2" charset="2"/>
              </a:rPr>
              <a:t>3 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D048D22-FDA0-4695-8E65-1898496DB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8868"/>
            <a:ext cx="7851123" cy="4351338"/>
          </a:xfrm>
        </p:spPr>
      </p:pic>
    </p:spTree>
    <p:extLst>
      <p:ext uri="{BB962C8B-B14F-4D97-AF65-F5344CB8AC3E}">
        <p14:creationId xmlns:p14="http://schemas.microsoft.com/office/powerpoint/2010/main" val="1345303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DCA034-6693-417F-9C39-21E66B49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C8A55-6E54-457F-ADF8-CC0D4E187917}"/>
              </a:ext>
            </a:extLst>
          </p:cNvPr>
          <p:cNvSpPr txBox="1"/>
          <p:nvPr/>
        </p:nvSpPr>
        <p:spPr>
          <a:xfrm>
            <a:off x="801872" y="2921168"/>
            <a:ext cx="10588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/>
              <a:t>수고하셨습니다</a:t>
            </a:r>
            <a:r>
              <a:rPr lang="en-US" altLang="ko-KR" sz="6000" dirty="0"/>
              <a:t>.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694423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900</Words>
  <Application>Microsoft Office PowerPoint</Application>
  <PresentationFormat>와이드스크린</PresentationFormat>
  <Paragraphs>156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넥슨Lv2고딕 Medium</vt:lpstr>
      <vt:lpstr>맑은 고딕</vt:lpstr>
      <vt:lpstr>Arial</vt:lpstr>
      <vt:lpstr>Office 테마</vt:lpstr>
      <vt:lpstr>Chapter 11  1차원 배열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Kwak TaeKeun</cp:lastModifiedBy>
  <cp:revision>4</cp:revision>
  <dcterms:modified xsi:type="dcterms:W3CDTF">2021-12-15T08:58:24Z</dcterms:modified>
</cp:coreProperties>
</file>